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1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2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3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4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19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charts/chart20.xml" ContentType="application/vnd.openxmlformats-officedocument.drawingml.chart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charts/chart21.xml" ContentType="application/vnd.openxmlformats-officedocument.drawingml.chart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notesMasterIdLst>
    <p:notesMasterId r:id="rId9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notesMaster" Target="notesMasters/notesMaster1.xml"/><Relationship Id="rId92" Type="http://schemas.openxmlformats.org/officeDocument/2006/relationships/presProps" Target="presProps.xml"/><Relationship Id="rId93" Type="http://schemas.openxmlformats.org/officeDocument/2006/relationships/viewProps" Target="viewProps.xml"/><Relationship Id="rId94" Type="http://schemas.openxmlformats.org/officeDocument/2006/relationships/theme" Target="theme/theme1.xml"/><Relationship Id="rId9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350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of the proposed protocol: sensors form clusters, the node with the most energy and neighbours (in its LEACH turn) leads, members send short hops, the CH fuses and sends one packet — directly, or through a nearer CH only if that is cheaper (v8-Chain).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5" Type="http://schemas.openxmlformats.org/officeDocument/2006/relationships/image" Target="../media/image-6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image" Target="../media/image-83-5.png"/><Relationship Id="rId6" Type="http://schemas.openxmlformats.org/officeDocument/2006/relationships/image" Target="../media/image-8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pic>
        <p:nvPicPr>
          <p:cNvPr id="3" name="Image 0" descr="/home/user/Routing-Protocols/thesis-final/build/fig/v8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3316"/>
            <a:ext cx="11430000" cy="6185647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2026-09-26T04:35:18Z</dcterms:created>
  <dcterms:modified xsi:type="dcterms:W3CDTF">2026-09-26T04:35:18Z</dcterms:modified>
</cp:coreProperties>
</file>